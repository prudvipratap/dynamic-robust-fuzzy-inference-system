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B5A66F-192F-48E9-8AC1-AE207E42348C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B11C6-49C8-42C8-AAC6-393FEA183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02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B11C6-49C8-42C8-AAC6-393FEA1838B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491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B11C6-49C8-42C8-AAC6-393FEA1838BC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347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76CD-67F1-63F5-3217-AEC130751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D616D6-020D-D55B-9C1B-5C6009AE4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D1C39-241C-4FE4-234F-61B8E2914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D254-0683-4EDA-BEC1-90C9FA815C1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85965-C8F5-2144-A436-F07035BB9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B7C0F-9AD5-E66E-EC7A-CBF0C2931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1F5B-A889-4ACC-9550-B55D78388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168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BA8DD-C29F-F979-4576-85E573E75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29CCE-25AB-81B2-3971-594524FEF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88654-9C35-9035-5678-522268EB3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D254-0683-4EDA-BEC1-90C9FA815C1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237E6-64BB-54B2-AB7D-97E06277C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23E24-9528-5572-9C39-7743EBF74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1F5B-A889-4ACC-9550-B55D78388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592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E78D7-7750-0FAE-2C32-A1C529DA5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F3369C-E435-3F2A-5F61-897567410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6B29D-B313-5ACF-41BE-345765E9A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D254-0683-4EDA-BEC1-90C9FA815C1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6F1BB-9620-65DD-6079-88AC791F8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97432-B12E-F8E0-A746-B1B0C2D61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1F5B-A889-4ACC-9550-B55D78388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858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2A0B9-0FAD-AA62-F8C4-0A0A4DA0E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16EA0-10DB-843C-CD6C-80238D30A9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F1C176-5AF8-B4ED-F9D3-B6A8035A6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32CA8-DBB1-E95D-41D1-F7F2E4F68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D254-0683-4EDA-BEC1-90C9FA815C1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018817-D193-25D8-51C9-193663A8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CFEFF-5C95-1ABB-26C9-AD4C47BE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1F5B-A889-4ACC-9550-B55D78388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163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88ED0-C1FF-D72F-463C-47CC92097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9B7A6-03A3-5042-6B3E-7A6A4EDAE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D78FFE-E9A3-0487-A41B-9746E543C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7936A8-A0F6-5EF1-084F-95FE3C70A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D35067-85CB-82A7-924F-D472383599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58B9F1-2AD8-37AA-7DC4-EE38D5E72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D254-0683-4EDA-BEC1-90C9FA815C1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1203D2-62CC-25AE-1FA5-0B4725668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FDBE55-398A-4664-89B1-97705E25E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1F5B-A889-4ACC-9550-B55D78388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122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1E28E-16C0-1FB9-A411-C2CC5BA8A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EB0990-6A80-FE87-A23A-26A1A521E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D254-0683-4EDA-BEC1-90C9FA815C1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EFED34-6F0E-C2B6-C9D6-E3C63E949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7815D9-B9FC-3EE6-39D8-EDF1C95DB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1F5B-A889-4ACC-9550-B55D78388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32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DEEF43-17A6-43DA-5E9D-DE26B0DF3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D254-0683-4EDA-BEC1-90C9FA815C1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40780B-CC58-669E-B595-0EDD5DA9D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6B6FD-9482-B652-BF9E-5A3F2BF0A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1F5B-A889-4ACC-9550-B55D78388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370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7F019-4CE8-5899-C632-4BB5C5AD9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EB4DF-7C8C-2019-7CCA-EE753E58C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241C8C-64D1-5A7E-0B99-592FEADDCF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7C80F-ED2E-6546-EE32-4F8B8DE86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D254-0683-4EDA-BEC1-90C9FA815C1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C047C3-7F96-5BE6-1D60-D61C3FA09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AF3E4-C980-6C26-AFC4-A5AFF36D6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1F5B-A889-4ACC-9550-B55D78388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204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E5460-578F-8DA8-E5FE-550465DCB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574744-7FD3-1EB2-BC09-87F7636BF0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7F09E9-03C7-FAEF-9D35-93316FCAD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1DF1E-2B9C-5083-9702-A893CCAD2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D254-0683-4EDA-BEC1-90C9FA815C1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0DCCA-20D4-F739-AC27-15D51ADC1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3BD6CC-583A-33D0-C36C-226C6019D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1F5B-A889-4ACC-9550-B55D78388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34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8CBD8-CBFC-F728-04CA-B69D14957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20C35-EA5A-E3E5-FCA4-4B10AA1BD4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1B363-D68C-BBE9-3DAF-06AA99178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D254-0683-4EDA-BEC1-90C9FA815C1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B1581-C04D-BA08-8A58-0C256DE0C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5DCE6-7693-0481-7DF1-EC7A3FC07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1F5B-A889-4ACC-9550-B55D78388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414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2548BE-8B35-4C10-5344-E8E59A6E91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5936D0-D4B9-472F-6AA0-EBCC6EEB0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D728E-C84B-408E-8E09-4EDBDF399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D254-0683-4EDA-BEC1-90C9FA815C1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A3D15-5877-80D2-A318-427582568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18E92-3B55-9369-A71B-B2F7E2F4C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1F5B-A889-4ACC-9550-B55D78388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250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E3DFE2-FBD6-9DF7-8A4F-075BBD513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90E1F-608D-CEDA-9941-045D0E440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FAE94-9556-1548-03CD-F902059230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32D254-0683-4EDA-BEC1-90C9FA815C19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C4B18-35E0-78D9-E00D-31BE350F3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781D6-CB9D-C679-8EFD-F8F1EE8B1B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AE1F5B-A889-4ACC-9550-B55D78388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335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F0B6D-5179-7DC1-701E-6248E097E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391931-C5E8-CFFF-92FD-AB3BA11366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C941EE-DC89-A5E2-039C-E15845A612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1356" y="6106386"/>
            <a:ext cx="1592825" cy="75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899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2D932F-4931-8028-0180-28F8723111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5112"/>
            <a:ext cx="12192000" cy="57877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6EEB25-0E83-210D-DECB-659549259A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3872" y="6106386"/>
            <a:ext cx="1592825" cy="75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76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FD734-DE91-0DD5-4667-3017783A6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F63113-578A-C972-C2E2-67ADA90641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4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33561D-429D-FC5D-7889-7EECF70EE8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8169" y="6106386"/>
            <a:ext cx="1592825" cy="75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748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FD860-BDDD-3210-E3CA-13759B905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4E0292-11A1-EBF5-C0A0-E7BF71A41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196" y="-228323"/>
            <a:ext cx="9591608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B717C9-45E1-AC08-7A2E-51A54FB7E2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5447" y="6233652"/>
            <a:ext cx="1592825" cy="54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018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F962E-3868-BE92-0003-499ADFABE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7D0FE9-2C17-8C61-573D-7645C48166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741" y="0"/>
            <a:ext cx="10530518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C7A20D-7CDB-68EB-1FD1-EE099FC90B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1924" y="6106386"/>
            <a:ext cx="1592825" cy="75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129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19A5B-99E4-B1CA-6AB1-67236E5F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8A341F-4752-522F-45F3-5FC86C4227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898" y="0"/>
            <a:ext cx="10332203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052CF1-A33A-6610-1296-3B5025D486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6388" y="6106386"/>
            <a:ext cx="1592825" cy="75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331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303B4-1B82-187C-9B80-F5EDBE48D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76923F-1679-5475-8D2A-077A02B82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88238C-D31A-1D65-6820-AD16BF664C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8169" y="6106386"/>
            <a:ext cx="1592825" cy="75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563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F4341-E230-4586-8721-271C27414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A83152-D996-C265-0C6A-E7DDE7BEE3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754" y="0"/>
            <a:ext cx="950849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747CFF-9239-5EAA-F00D-EF10A8011B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1" y="6106386"/>
            <a:ext cx="1592825" cy="75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938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A865A-2A06-F867-77BC-9FC716560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82D707-A5E8-CBC4-ADDB-FAFCA0B70B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0"/>
            <a:ext cx="11430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937A67-B61A-DEBF-8DC8-58D15822F1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9175" y="6410632"/>
            <a:ext cx="1592825" cy="44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720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73075-872B-6122-A178-151718F4A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053091-0993-8EB4-100E-6DE1BF139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665" y="0"/>
            <a:ext cx="981466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A668A8-DC6F-64AB-C39F-F1D2EFE28B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098" y="6106386"/>
            <a:ext cx="1592825" cy="75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105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35388A-5E81-E1C0-08E9-D63EF50C34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39" y="132647"/>
            <a:ext cx="11936362" cy="68187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159A9A-1F7F-EC8E-B620-78F665A527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9175" y="6199791"/>
            <a:ext cx="1592825" cy="75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578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8890D-799E-B1C1-C7AC-3F9DC8B95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CFC292-9BAB-680B-F6B6-E47990B37E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39" y="132647"/>
            <a:ext cx="11936362" cy="68187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1C00A1-0355-899E-9FC2-7AE4F584CE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405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CB107D-B49E-B836-0CE9-5F42F58FE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9175" y="6390967"/>
            <a:ext cx="1592825" cy="56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112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B5E2C-3977-4F68-3510-B45044A38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0B3F45-4947-A140-EC6F-0C2B3943E8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39" y="132647"/>
            <a:ext cx="11936362" cy="68187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83C48E-0B60-7D9B-DD0A-B660ED576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405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F3558C-8360-50CB-8F7E-451BD4E0D6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78658"/>
            <a:ext cx="12192000" cy="70300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550B0B-7D8D-BA94-FC4A-5C2A6C8FBF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9174" y="6592527"/>
            <a:ext cx="1592825" cy="35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743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43366C-C838-DBAE-8DF4-F1272827FF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13341" cy="68579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819EF5-9B7D-CAF3-6BEB-5DDDDEEBE7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9175" y="6351638"/>
            <a:ext cx="1592825" cy="50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18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</Words>
  <Application>Microsoft Office PowerPoint</Application>
  <PresentationFormat>Widescreen</PresentationFormat>
  <Paragraphs>2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Prudvi Pratap Kanakala</dc:creator>
  <cp:lastModifiedBy>Prudvi Pratap Kanakala</cp:lastModifiedBy>
  <cp:revision>1</cp:revision>
  <dcterms:created xsi:type="dcterms:W3CDTF">2026-06-06T00:08:23Z</dcterms:created>
  <dcterms:modified xsi:type="dcterms:W3CDTF">2026-06-06T00:22:12Z</dcterms:modified>
</cp:coreProperties>
</file>